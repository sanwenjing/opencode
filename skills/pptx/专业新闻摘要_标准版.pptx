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1A3A5D"/>
                </a:solidFill>
              </a:defRPr>
            </a:pPr>
            <a:r>
              <a:t>今日新闻摘要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495E"/>
                </a:solidFill>
              </a:defRPr>
            </a:pPr>
            <a:r>
              <a:t>2026年1月25日 · 专业排版标准应用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A5D"/>
                </a:solidFill>
              </a:defRPr>
            </a:pPr>
            <a:r>
              <a:t>今日要闻目录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1. 中国2025年GDP增长5%，经济目标达成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2. 美国白宫讨论TikTok接管方案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3. 北京市人大会议今日开幕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4. 英国禁止16岁以下使用社交媒体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5. 世界经济论坛在达沃斯闭幕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6. 11部门联合开展"春暖农民工"行动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7. 人工智能、区块链与量子计算融合发展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8. NBA尼克斯队大胜篮网队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[Content truncated for readability]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A5D"/>
                </a:solidFill>
              </a:defRPr>
            </a:pPr>
            <a:r>
              <a:t>中国2025年GDP增长5%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中国经济2025年同比增长5%，国内生产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总值达到140.19万亿元人民币（约20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.01万亿美元），圆满完成全年增长目标。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这一增长率体现了中国经济的韧性和稳定性，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在复杂的国际环境中保持了稳健发展态势。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t>来源：国家统计局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A5D"/>
                </a:solidFill>
              </a:defRPr>
            </a:pPr>
            <a:r>
              <a:t>美国白宫讨论TikTok接管方案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白宫正在与甲骨文公司及其他美国投资者讨论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接管TikTok的方案。根据谈判内容，应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用算法、数据收集和软件更新将由甲骨文监督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。特朗普表示预计30天内做出决定。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t>来源：NPR、路透社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A5D"/>
                </a:solidFill>
              </a:defRPr>
            </a:pPr>
            <a:r>
              <a:t>北京市人大会议今日开幕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北京市第十六届人民代表大会第四次会议于今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日上午9时正式开幕。此次会议将审议北京市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重要发展规划，讨论民生改善、城市治理等关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键议题。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t>来源：北京日报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A5D"/>
                </a:solidFill>
              </a:defRPr>
            </a:pPr>
            <a:r>
              <a:t>英国禁止16岁以下使用社交媒体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英国上议院投票通过法案，禁止16岁以下青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少年使用社交媒体平台。这一法案让英国首相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面临跟进澳洲类似禁令的压力。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t>来源：BBC中文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A5D"/>
                </a:solidFill>
              </a:defRPr>
            </a:pPr>
            <a:r>
              <a:t>世界经济论坛在达沃斯闭幕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世界经济论坛2026年年会在瑞士达沃斯落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下帷幕。与会嘉宾认为，中国以高质量发展步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伐向世界传递信心与力量。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F8C8D"/>
                </a:solidFill>
                <a:latin typeface="Arial"/>
              </a:defRPr>
            </a:pPr>
            <a:r>
              <a:t>来源：人民日报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A5D"/>
                </a:solidFill>
              </a:defRPr>
            </a:pPr>
            <a:r>
              <a:t>专业标准总结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</a:defRPr>
            </a:pPr>
            <a:r>
              <a:t>本次演示文稿应用了完整的PPT排版规范：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</a:defRPr>
            </a:pPr>
            <a:r>
              <a:t>• 字体层级：标题44pt、正文18pt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</a:defRPr>
            </a:pPr>
            <a:r>
              <a:t>、注释14pt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</a:defRPr>
            </a:pPr>
            <a:r>
              <a:t>• 色彩搭配：商务蓝主色调，符合对比度标准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</a:defRPr>
            </a:pPr>
            <a:r>
              <a:t>• 布局网格：16:9比例，0.5英寸安全边距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</a:defRPr>
            </a:pPr>
            <a:r>
              <a:t>• 内容密度：每页最多8行，每行最多25字</a:t>
            </a:r>
          </a:p>
          <a:p>
            <a:pPr>
              <a:spcAft>
                <a:spcPts val="600"/>
              </a:spcAft>
              <a:defRPr sz="1800">
                <a:solidFill>
                  <a:srgbClr val="34495E"/>
                </a:solidFill>
              </a:defRPr>
            </a:pPr>
            <a:r>
              <a:t>• 视觉层次：通过大小、粗细、颜色建立清晰层次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3A5D"/>
                </a:solidFill>
              </a:defRPr>
            </a:pPr>
            <a:r>
              <a:t>专业演示 = 清晰传达 + 美观设计 + 标准规范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